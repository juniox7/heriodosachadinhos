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e978c3ea2b4e31" /><Relationship Type="http://schemas.openxmlformats.org/officeDocument/2006/relationships/extended-properties" Target="/docProps/app.xml" Id="Rbbd5b28aa5304776" /><Relationship Type="http://schemas.openxmlformats.org/officeDocument/2006/relationships/officeDocument" Target="/ppt/presentation.xml" Id="R731a879704d0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4c658b623f41bd"/>
  </p:sldMasterIdLst>
  <p:notesMasterIdLst>
    <p:notesMasterId xmlns:r="http://schemas.openxmlformats.org/officeDocument/2006/relationships" r:id="Rbb8fe3aed0154327"/>
  </p:notesMasterIdLst>
  <p:sldIdLst>
    <p:sldId xmlns:r="http://schemas.openxmlformats.org/officeDocument/2006/relationships" id="256" r:id="Rff88d836cb704bc2"/>
    <p:sldId xmlns:r="http://schemas.openxmlformats.org/officeDocument/2006/relationships" id="257" r:id="R478571babf1e45f6"/>
    <p:sldId xmlns:r="http://schemas.openxmlformats.org/officeDocument/2006/relationships" id="258" r:id="R6b0d5704dff146f5"/>
    <p:sldId xmlns:r="http://schemas.openxmlformats.org/officeDocument/2006/relationships" id="259" r:id="Ra67ff32b856947d0"/>
    <p:sldId xmlns:r="http://schemas.openxmlformats.org/officeDocument/2006/relationships" id="260" r:id="Rc9403513bf4548d5"/>
    <p:sldId xmlns:r="http://schemas.openxmlformats.org/officeDocument/2006/relationships" id="261" r:id="Rda96a5019be54a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d41fc4b64d4de2" /><Relationship Type="http://schemas.openxmlformats.org/officeDocument/2006/relationships/slideMaster" Target="/ppt/slideMasters/slideMaster1.xml" Id="R6c4c658b623f41bd" /><Relationship Type="http://schemas.openxmlformats.org/officeDocument/2006/relationships/notesMaster" Target="/ppt/notesMasters/notesMaster1.xml" Id="Rbb8fe3aed0154327" /><Relationship Type="http://schemas.openxmlformats.org/officeDocument/2006/relationships/presProps" Target="/ppt/presProps.xml" Id="R60421037941143bc" /><Relationship Type="http://schemas.openxmlformats.org/officeDocument/2006/relationships/tableStyles" Target="/ppt/tableStyles.xml" Id="R6bc7991274cd4bbf" /><Relationship Type="http://schemas.openxmlformats.org/officeDocument/2006/relationships/slide" Target="/ppt/slides/slide1.xml" Id="Rff88d836cb704bc2" /><Relationship Type="http://schemas.openxmlformats.org/officeDocument/2006/relationships/slide" Target="/ppt/slides/slide2.xml" Id="R478571babf1e45f6" /><Relationship Type="http://schemas.openxmlformats.org/officeDocument/2006/relationships/slide" Target="/ppt/slides/slide3.xml" Id="R6b0d5704dff146f5" /><Relationship Type="http://schemas.openxmlformats.org/officeDocument/2006/relationships/slide" Target="/ppt/slides/slide4.xml" Id="Ra67ff32b856947d0" /><Relationship Type="http://schemas.openxmlformats.org/officeDocument/2006/relationships/slide" Target="/ppt/slides/slide5.xml" Id="Rc9403513bf4548d5" /><Relationship Type="http://schemas.openxmlformats.org/officeDocument/2006/relationships/slide" Target="/ppt/slides/slide6.xml" Id="Rda96a5019be54a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6e294908a7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a5372a56c44d1" /><Relationship Type="http://schemas.openxmlformats.org/officeDocument/2006/relationships/notesMaster" Target="/ppt/notesMasters/notesMaster1.xml" Id="R32ddfd224f774e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5fb4e0ee04842" /><Relationship Type="http://schemas.openxmlformats.org/officeDocument/2006/relationships/notesMaster" Target="/ppt/notesMasters/notesMaster1.xml" Id="R4d6a2d559a48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b03d3968c44d8" /><Relationship Type="http://schemas.openxmlformats.org/officeDocument/2006/relationships/notesMaster" Target="/ppt/notesMasters/notesMaster1.xml" Id="R07f0c09a717b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14848aa4340ac" /><Relationship Type="http://schemas.openxmlformats.org/officeDocument/2006/relationships/notesMaster" Target="/ppt/notesMasters/notesMaster1.xml" Id="R4d796e20fc9f45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cbfeede5846b7" /><Relationship Type="http://schemas.openxmlformats.org/officeDocument/2006/relationships/notesMaster" Target="/ppt/notesMasters/notesMaster1.xml" Id="Reb426e53e66a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8ab87497c4734" /><Relationship Type="http://schemas.openxmlformats.org/officeDocument/2006/relationships/notesMaster" Target="/ppt/notesMasters/notesMaster1.xml" Id="Rc9dcdea5dd1343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ae554b836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bc88a5e1314d3e" /><Relationship Type="http://schemas.openxmlformats.org/officeDocument/2006/relationships/slideLayout" Target="/ppt/slideLayouts/slideLayout1.xml" Id="Ra8c6630d8fd2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6630d8fd2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81cc664a44e72" /><Relationship Type="http://schemas.openxmlformats.org/officeDocument/2006/relationships/notesSlide" Target="/ppt/notesSlides/notesSlide1.xml" Id="R7c5424021ff441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853b868904316" /><Relationship Type="http://schemas.openxmlformats.org/officeDocument/2006/relationships/notesSlide" Target="/ppt/notesSlides/notesSlide2.xml" Id="R0a551d2f77ac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0962e1ca045d1" /><Relationship Type="http://schemas.openxmlformats.org/officeDocument/2006/relationships/notesSlide" Target="/ppt/notesSlides/notesSlide3.xml" Id="R907668479688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54e756d844e9" /><Relationship Type="http://schemas.openxmlformats.org/officeDocument/2006/relationships/notesSlide" Target="/ppt/notesSlides/notesSlide4.xml" Id="R1b9d367aeed0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4b735b0a448eb" /><Relationship Type="http://schemas.openxmlformats.org/officeDocument/2006/relationships/notesSlide" Target="/ppt/notesSlides/notesSlide5.xml" Id="Rff1e2978588541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1b8c1dba34a02" /><Relationship Type="http://schemas.openxmlformats.org/officeDocument/2006/relationships/notesSlide" Target="/ppt/notesSlides/notesSlide6.xml" Id="R0fc920951e5a48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48C0B-9E0C-40A9-AEBA-5785F86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B5FF"/>
                </a:solidFill>
              </a:defRPr>
            </a:pPr>
            <a:r>
              <a:rPr sz="1650" b="1">
                <a:solidFill>
                  <a:srgbClr val="66B5FF"/>
                </a:solidFill>
              </a:rPr>
              <a:t>VANTTI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80B0D-8ACB-4FE9-B1D2-EDAA9CF4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Mais velocidade no atendimento.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Mais oportunidades aproveitadas.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67266-763B-47D9-8F0A-50B26F3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8F7"/>
                </a:solidFill>
              </a:defRPr>
            </a:pPr>
            <a:r>
              <a:rPr sz="1800" b="0">
                <a:solidFill>
                  <a:srgbClr val="D9E8F7"/>
                </a:solidFill>
              </a:rPr>
              <a:t>Automação de WhatsApp com inteligência artificial para clínicas odontológicas.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12F1F-FA88-4D25-86FC-20580BD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9A96A-BC37-4710-8E53-578B822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Conheça a solução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4B0B4-E634-4380-A688-61D5466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9DC"/>
                </a:solidFill>
              </a:defRPr>
            </a:pPr>
            <a:r>
              <a:rPr sz="1350" b="0">
                <a:solidFill>
                  <a:srgbClr val="B8C9DC"/>
                </a:solidFill>
              </a:rPr>
              <a:t>Atendimento comercial inteligente para quem investe em anúncios e não pode perder leads.</a:t>
            </a:r>
          </a:p>
        </p:txBody>
      </p:sp>
    </p:spTree>
    <p:extLst>
      <p:ext uri="{BB962C8B-B14F-4D97-AF65-F5344CB8AC3E}">
        <p14:creationId xmlns:p14="http://schemas.microsoft.com/office/powerpoint/2010/main" val="1141076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3268C-94C8-4D5B-A985-6AFE3E91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3FF"/>
                </a:solidFill>
              </a:defRPr>
            </a:pPr>
            <a:r>
              <a:rPr sz="1350" b="1">
                <a:solidFill>
                  <a:srgbClr val="1683FF"/>
                </a:solidFill>
              </a:rPr>
              <a:t>VANTTI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5AD37-979F-4342-8153-20B8252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3FF"/>
                </a:solidFill>
              </a:defRPr>
            </a:pPr>
            <a:r>
              <a:rPr sz="1200" b="1">
                <a:solidFill>
                  <a:srgbClr val="1683FF"/>
                </a:solidFill>
              </a:rPr>
              <a:t>O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A836C-9897-4DEE-8D6C-8999C33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 lead chega. A equipe está ocupada. A oportunidade esfria.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88519-8CA8-4973-9B15-8441160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33F"/>
                </a:solidFill>
              </a:defRPr>
            </a:pPr>
            <a:r>
              <a:rPr sz="1800" b="0">
                <a:solidFill>
                  <a:srgbClr val="10233F"/>
                </a:solidFill>
              </a:rPr>
              <a:t>Clínicas que anunciam implantes, próteses e estética dental recebem contatos de alto valor.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E943A-2515-44BE-A51A-A8EBE31F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8B528-A2E7-4321-8048-0540E65D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Respostas demoradas no WhatsApp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0051F-9440-462E-B2C2-0B777D17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71731-D1EF-4790-B3FA-FFF933F9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Leads sem qualificação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9A003-7D7D-4EC8-A77B-D77CEF9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CC698-3CFC-419F-B5D5-96EF2A8C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81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Agendamentos esquecidos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9A6E9-FCC1-41D4-9107-02000C81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DFCEE-D19F-4611-914F-F5C43386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Recepção sobrecarregada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661AF-D2D1-45B6-A387-7318F5C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952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D71D3-5059-4441-915C-83363CBD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Cada conversa sem retorno pode representar uma avaliação perdida.</a:t>
            </a:r>
          </a:p>
        </p:txBody>
      </p:sp>
    </p:spTree>
    <p:extLst>
      <p:ext uri="{BB962C8B-B14F-4D97-AF65-F5344CB8AC3E}">
        <p14:creationId xmlns:p14="http://schemas.microsoft.com/office/powerpoint/2010/main" val="686347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C275C-4542-4BBA-8C11-3DD1051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3FF"/>
                </a:solidFill>
              </a:defRPr>
            </a:pPr>
            <a:r>
              <a:rPr sz="1350" b="1">
                <a:solidFill>
                  <a:srgbClr val="1683FF"/>
                </a:solidFill>
              </a:rPr>
              <a:t>VANTTI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E18F4-2CCF-4CD8-A1D5-21979022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3FF"/>
                </a:solidFill>
              </a:defRPr>
            </a:pPr>
            <a:r>
              <a:rPr sz="1200" b="1">
                <a:solidFill>
                  <a:srgbClr val="1683FF"/>
                </a:solidFill>
              </a:rPr>
              <a:t>A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BFE16-1232-4B3F-9C3A-CCA8510E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 WhatsApp trabalha junto com a sua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05FEB-01E9-497E-9AA6-96D9989E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</a:defRPr>
            </a:pPr>
            <a:r>
              <a:rPr sz="1725" b="0">
                <a:solidFill>
                  <a:srgbClr val="10233F"/>
                </a:solidFill>
              </a:rPr>
              <a:t>A Vantti estrutura um fluxo de atendimento que responde, entende a intenção do paciente e encaminha a conversa para o próximo passo.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0AD73-DB51-4E14-B847-835D6B5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44840-E362-4655-BBC6-2939273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3FF"/>
                </a:solidFill>
              </a:defRPr>
            </a:pPr>
            <a:r>
              <a:rPr sz="2100" b="1">
                <a:solidFill>
                  <a:srgbClr val="1683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069CF-66E5-45FD-8DE5-5F8BB47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Responde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3CC5E-6B01-48D6-A62C-B0C8D93A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Primeiro retorno rápido e acolhedor.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3C9A6-CBBE-4353-BC51-42D3007C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67125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4F6C5-C304-4AA0-82C4-BE2C04D4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05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3FF"/>
                </a:solidFill>
              </a:defRPr>
            </a:pPr>
            <a:r>
              <a:rPr sz="2100" b="1">
                <a:solidFill>
                  <a:srgbClr val="1683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B82C8-098C-4E2F-9EAC-62C79C0A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905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Qualifica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2BDD-F368-43DD-9DF0-38023E73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767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Entende procedimento e urgência.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DF99A-F0A7-454C-BE94-5065C62E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67125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70E23-267D-4005-A0A5-62AA1C9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3FF"/>
                </a:solidFill>
              </a:defRPr>
            </a:pPr>
            <a:r>
              <a:rPr sz="2100" b="1">
                <a:solidFill>
                  <a:srgbClr val="1683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47002-2DF1-469F-87E5-2DAE9604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Agenda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D7B82-8F50-498A-ABB3-2056062F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Conduz para avaliação ou consulta.</a:t>
            </a:r>
          </a:p>
        </p:txBody>
      </p:sp>
    </p:spTree>
    <p:extLst>
      <p:ext uri="{BB962C8B-B14F-4D97-AF65-F5344CB8AC3E}">
        <p14:creationId xmlns:p14="http://schemas.microsoft.com/office/powerpoint/2010/main" val="1210945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AB675-DD35-4E3B-90F8-A22F198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3FF"/>
                </a:solidFill>
              </a:defRPr>
            </a:pPr>
            <a:r>
              <a:rPr sz="1350" b="1">
                <a:solidFill>
                  <a:srgbClr val="1683FF"/>
                </a:solidFill>
              </a:rPr>
              <a:t>VANTTI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26804-9401-45BB-B21A-961FB1FA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3FF"/>
                </a:solidFill>
              </a:defRPr>
            </a:pPr>
            <a:r>
              <a:rPr sz="1200" b="1">
                <a:solidFill>
                  <a:srgbClr val="1683FF"/>
                </a:solidFill>
              </a:rPr>
              <a:t>COMO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0804F-9A42-4376-A9C2-B15D0C5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 fluxo começa antes da recepção assumir.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28FC3-7693-463E-BF42-EEAEAD5A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38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91DC4-4567-450D-B242-1F8ACC27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Anúncio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69A55-01B4-4DDC-A36E-42AC107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A pessoa demonstra interesse.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54675-6B3E-4056-A6C9-02CA8B6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813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3FF"/>
                </a:solidFill>
              </a:defRPr>
            </a:pPr>
            <a:r>
              <a:rPr sz="1875" b="1">
                <a:solidFill>
                  <a:srgbClr val="1683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56939-40D1-4C58-9470-4F0F7DBC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62250"/>
            <a:ext cx="2238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64F7B-1FA7-47DB-9B72-C528FAAD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WhatsApp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A165B-A1B8-4C34-A1FE-5A403A59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A IA responde e faz perguntas.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C53A7-539A-4634-8445-42AAC8D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813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3FF"/>
                </a:solidFill>
              </a:defRPr>
            </a:pPr>
            <a:r>
              <a:rPr sz="1875" b="1">
                <a:solidFill>
                  <a:srgbClr val="1683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FCA1C-14A0-41A2-A60C-8CE3C270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2238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F9A8A-8398-4472-9DF4-69E542A4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Equipe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54048-3BFF-439F-B33D-BDB9912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O atendimento recebe contexto.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4CDC9-CF5A-4FF9-850F-7C929EEA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3FF"/>
                </a:solidFill>
              </a:defRPr>
            </a:pPr>
            <a:r>
              <a:rPr sz="1875" b="1">
                <a:solidFill>
                  <a:srgbClr val="1683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BB68D-9E45-454A-9645-6AFCE02D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62250"/>
            <a:ext cx="2238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F3FB8-E2D3-4A01-AAFD-50D795AD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Agenda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4700A-1072-49FC-87F2-355A275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195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089"/>
                </a:solidFill>
              </a:defRPr>
            </a:pPr>
            <a:r>
              <a:rPr sz="1275" b="0">
                <a:solidFill>
                  <a:srgbClr val="607089"/>
                </a:solidFill>
              </a:rPr>
              <a:t>A avaliação é marcada.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190DB-4BDA-436A-AD1E-345D538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A clínica mantém o controle: a equipe pode assumir qualquer conversa quando necessário.</a:t>
            </a:r>
          </a:p>
        </p:txBody>
      </p:sp>
    </p:spTree>
    <p:extLst>
      <p:ext uri="{BB962C8B-B14F-4D97-AF65-F5344CB8AC3E}">
        <p14:creationId xmlns:p14="http://schemas.microsoft.com/office/powerpoint/2010/main" val="895058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5E11D-FF9B-4E1F-87D6-4B2BDD85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3FF"/>
                </a:solidFill>
              </a:defRPr>
            </a:pPr>
            <a:r>
              <a:rPr sz="1350" b="1">
                <a:solidFill>
                  <a:srgbClr val="1683FF"/>
                </a:solidFill>
              </a:rPr>
              <a:t>VANTTI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7D34E-D3A2-483A-AF35-6D48AE3C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3FF"/>
                </a:solidFill>
              </a:defRPr>
            </a:pPr>
            <a:r>
              <a:rPr sz="1200" b="1">
                <a:solidFill>
                  <a:srgbClr val="1683FF"/>
                </a:solidFill>
              </a:rPr>
              <a:t>O QUE A CLÍNICA RECEBE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64EB1-4E0F-49D0-898C-749D7C77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Uma operação mais organizada para vender tratamentos de maior valor.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D7764-510D-4F88-ACBC-69B284E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55CF4-3E3C-4415-BF63-2F86EC50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Mapeamento do atendimento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2F121-96A1-4CE9-A815-03B114A4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2E27B-C719-4BC9-85E7-3308B8F3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Fluxos personalizados para cada procedimento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614FD-6C78-497C-9ADD-C4612CF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01DFE-7077-4F8E-9882-5341E7DF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Qualificação de leads vindos dos anúncios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0E3B9-00CA-4793-B2EE-0D31040C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96CEA-5FD9-45C4-BE7E-3CB2875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Agendamento e encaminhamento para a equipe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9C986-DFEE-4C15-8095-90F71F10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3FF"/>
                </a:solidFill>
              </a:defRPr>
            </a:pPr>
            <a:r>
              <a:rPr sz="1650" b="1">
                <a:solidFill>
                  <a:srgbClr val="1683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EBBF-84B9-4662-BEF9-3BAD19B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Acompanhamento e ajustes após a entrega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D9C99-AA0E-45A8-B037-7410AD24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4632F-942B-4B47-A9AA-4346703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automação não substitui o cuidado clínico.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Ela protege o tempo da equipe e evita que bons leads desapareçam.</a:t>
            </a:r>
          </a:p>
        </p:txBody>
      </p:sp>
    </p:spTree>
    <p:extLst>
      <p:ext uri="{BB962C8B-B14F-4D97-AF65-F5344CB8AC3E}">
        <p14:creationId xmlns:p14="http://schemas.microsoft.com/office/powerpoint/2010/main" val="1741717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8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6E893-A8C6-4581-AB08-3B626B5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VANTTI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BE31D-85A3-4A5B-8209-EA8828A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09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Vamos encontrar os pontos onde sua clínica está perdendo oportunidades?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E874D-AF99-4253-8C53-8DE276FC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AF4FF"/>
                </a:solidFill>
              </a:defRPr>
            </a:pPr>
            <a:r>
              <a:rPr sz="1800" b="0">
                <a:solidFill>
                  <a:srgbClr val="EAF4FF"/>
                </a:solidFill>
              </a:rPr>
              <a:t>Solicite um diagnóstico do atendimento e veja como um fluxo automatizado pode funcionar no seu negócio.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6B8AC-0E25-4691-AB44-BC8C566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4000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0C9F5-F516-4102-955C-A438ADD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291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83FF"/>
                </a:solidFill>
              </a:defRPr>
            </a:pPr>
            <a:r>
              <a:rPr sz="1575" b="1">
                <a:solidFill>
                  <a:srgbClr val="1683FF"/>
                </a:solidFill>
              </a:rPr>
              <a:t>Falar com um especialista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2F8A9-C5A0-4228-8B22-001F69E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Junio • Vantti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Automação de WhatsApp com IA</a:t>
            </a:r>
          </a:p>
        </p:txBody>
      </p:sp>
    </p:spTree>
    <p:extLst>
      <p:ext uri="{BB962C8B-B14F-4D97-AF65-F5344CB8AC3E}">
        <p14:creationId xmlns:p14="http://schemas.microsoft.com/office/powerpoint/2010/main" val="1485393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2026-07-16T00:25:36.6290000Z</dcterms:created>
  <dcterms:modified xsi:type="dcterms:W3CDTF">2026-07-16T00:25:36.6290000Z</dcterms:modified>
</coreProperties>
</file>